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0" b="1" spc="8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8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FIFA世界杯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926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⚽</a:t>
            </a:r>
            <a:endParaRPr lang="en-US" sz="6400" dirty="0"/>
          </a:p>
        </p:txBody>
      </p:sp>
      <p:sp>
        <p:nvSpPr>
          <p:cNvPr id="6" name="Shape 4"/>
          <p:cNvSpPr/>
          <p:nvPr/>
        </p:nvSpPr>
        <p:spPr>
          <a:xfrm>
            <a:off x="1828800" y="3840480"/>
            <a:ext cx="5486400" cy="731520"/>
          </a:xfrm>
          <a:prstGeom prst="rect">
            <a:avLst/>
          </a:prstGeom>
          <a:solidFill>
            <a:srgbClr val="FFFFFF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9319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🇺🇸 美国  ·  🇨🇦 加拿大  ·  🇲🇽 墨西哥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4CAF50"/>
                </a:solidFill>
              </a:rPr>
              <a:t>2026年6月12日 - 7月20日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🏆 历史性时刻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2651760" cy="13716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🌍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E88E5"/>
                </a:solidFill>
              </a:rPr>
              <a:t>首次三国联办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美国、加拿大、墨西哥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联合承办世界杯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跨越北美洲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33756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371600"/>
            <a:ext cx="2651760" cy="137160"/>
          </a:xfrm>
          <a:prstGeom prst="rect">
            <a:avLst/>
          </a:prstGeom>
          <a:solidFill>
            <a:srgbClr val="E53935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👥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352044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53935"/>
                </a:solidFill>
              </a:rPr>
              <a:t>48支球队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2044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从32队扩军到48队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更多国家参与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更多精彩对决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371600"/>
            <a:ext cx="265176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371600"/>
            <a:ext cx="26517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0" y="17373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🎯</a:t>
            </a:r>
            <a:endParaRPr lang="en-US" sz="7200" dirty="0"/>
          </a:p>
        </p:txBody>
      </p:sp>
      <p:sp>
        <p:nvSpPr>
          <p:cNvPr id="17" name="Text 15"/>
          <p:cNvSpPr/>
          <p:nvPr/>
        </p:nvSpPr>
        <p:spPr>
          <a:xfrm>
            <a:off x="6400800" y="256032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C107"/>
                </a:solidFill>
              </a:rPr>
              <a:t>104场比赛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00800" y="31089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史上最多场次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39天足球盛宴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212121"/>
                </a:solidFill>
              </a:rPr>
              <a:t>16座城市同庆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🌎 三国联办盛事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182880" cy="100584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3258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🇺🇸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2011680" y="1417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</a:rPr>
              <a:t>美国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0" y="146304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📍 11座城市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⚽ 60场比赛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040880" y="14630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107"/>
                </a:solidFill>
              </a:rPr>
              <a:t>✨ 包括决赛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242316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423160"/>
            <a:ext cx="182880" cy="10058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56032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🇨🇦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2011680" y="26517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C2626"/>
                </a:solidFill>
              </a:rPr>
              <a:t>加拿大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657600" y="2697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📍 2座城市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0" y="26974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⚽ 13场比赛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040880" y="26974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107"/>
                </a:solidFill>
              </a:rPr>
              <a:t>✨ 多伦多、温哥华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768096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657600"/>
            <a:ext cx="182880" cy="100584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3794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000000"/>
                </a:solidFill>
              </a:rPr>
              <a:t>🇲🇽</a:t>
            </a:r>
            <a:endParaRPr lang="en-US" sz="5600" dirty="0"/>
          </a:p>
        </p:txBody>
      </p:sp>
      <p:sp>
        <p:nvSpPr>
          <p:cNvPr id="21" name="Text 19"/>
          <p:cNvSpPr/>
          <p:nvPr/>
        </p:nvSpPr>
        <p:spPr>
          <a:xfrm>
            <a:off x="2011680" y="3886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5803D"/>
                </a:solidFill>
              </a:rPr>
              <a:t>墨西哥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365760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📍 3座城市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486400" y="3931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12121"/>
                </a:solidFill>
              </a:rPr>
              <a:t>⚽ 13场比赛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9319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C107"/>
                </a:solidFill>
              </a:rPr>
              <a:t>✨ 墨西哥城、瓜达拉哈拉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📊 赛事规模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17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🏴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554480" y="1371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48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3017520" y="1554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</a:rPr>
              <a:t>支参赛队伍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2560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⚽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1554480" y="2514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104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017520" y="2697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</a:rPr>
              <a:t>场精彩比赛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66160"/>
            <a:ext cx="365760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7033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🏟️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1554480" y="3657600"/>
            <a:ext cx="1371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C10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16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3017520" y="38404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12121"/>
                </a:solidFill>
              </a:rPr>
              <a:t>座主办城市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754880" y="1280160"/>
            <a:ext cx="3657600" cy="3429000"/>
          </a:xfrm>
          <a:prstGeom prst="rect">
            <a:avLst/>
          </a:prstGeom>
          <a:solidFill>
            <a:srgbClr val="1B5E2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15544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C107"/>
                </a:solidFill>
              </a:rPr>
              <a:t>赛程安排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212080" y="21945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▪ 小组赛：6月12日-28日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12080" y="256032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▪ 32强赛：6月29日-7月4日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2080" y="292608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▪ 16强赛：7月5日-8日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12080" y="329184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▪ 1/4决赛：7月10日-12日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12080" y="365760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▪ 半决赛：7月15日-16日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212080" y="4023360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▪ 决赛：7月20日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754880" y="4389120"/>
            <a:ext cx="3657600" cy="32004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440740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</a:rPr>
              <a:t>决赛地点：纽约/新泽西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🎯 小组赛阶段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</a:rPr>
              <a:t>12个小组，每组4支球队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097280" y="1828800"/>
            <a:ext cx="914400" cy="91440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A组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377440" y="1828800"/>
            <a:ext cx="914400" cy="914400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7744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B组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0" y="1828800"/>
            <a:ext cx="914400" cy="914400"/>
          </a:xfrm>
          <a:prstGeom prst="ellipse">
            <a:avLst/>
          </a:prstGeom>
          <a:solidFill>
            <a:srgbClr val="FFC10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C组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4937760" y="1828800"/>
            <a:ext cx="914400" cy="91440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D组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914400" cy="91440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1792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E组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7498080" y="1828800"/>
            <a:ext cx="914400" cy="914400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F组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097280" y="3200400"/>
            <a:ext cx="914400" cy="914400"/>
          </a:xfrm>
          <a:prstGeom prst="ellipse">
            <a:avLst/>
          </a:prstGeom>
          <a:solidFill>
            <a:srgbClr val="FFC10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09728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G组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377440" y="3200400"/>
            <a:ext cx="914400" cy="91440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37744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H组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3657600" y="3200400"/>
            <a:ext cx="914400" cy="914400"/>
          </a:xfrm>
          <a:prstGeom prst="ellipse">
            <a:avLst/>
          </a:prstGeom>
          <a:solidFill>
            <a:srgbClr val="E5393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5760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I组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4937760" y="3200400"/>
            <a:ext cx="914400" cy="914400"/>
          </a:xfrm>
          <a:prstGeom prst="ellipse">
            <a:avLst/>
          </a:prstGeom>
          <a:solidFill>
            <a:srgbClr val="1E88E5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3776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J组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6217920" y="3200400"/>
            <a:ext cx="914400" cy="914400"/>
          </a:xfrm>
          <a:prstGeom prst="ellipse">
            <a:avLst/>
          </a:prstGeom>
          <a:solidFill>
            <a:srgbClr val="FFC107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K组</a:t>
            </a:r>
            <a:endParaRPr lang="en-US" sz="2400" dirty="0"/>
          </a:p>
        </p:txBody>
      </p:sp>
      <p:sp>
        <p:nvSpPr>
          <p:cNvPr id="27" name="Shape 25"/>
          <p:cNvSpPr/>
          <p:nvPr/>
        </p:nvSpPr>
        <p:spPr>
          <a:xfrm>
            <a:off x="7498080" y="3200400"/>
            <a:ext cx="914400" cy="914400"/>
          </a:xfrm>
          <a:prstGeom prst="ellipse">
            <a:avLst/>
          </a:prstGeom>
          <a:solidFill>
            <a:srgbClr val="4CAF50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498080" y="3474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L组</a:t>
            </a:r>
            <a:endParaRPr lang="en-US" sz="2400" dirty="0"/>
          </a:p>
        </p:txBody>
      </p:sp>
      <p:sp>
        <p:nvSpPr>
          <p:cNvPr id="29" name="Shape 27"/>
          <p:cNvSpPr/>
          <p:nvPr/>
        </p:nvSpPr>
        <p:spPr>
          <a:xfrm>
            <a:off x="731520" y="4206240"/>
            <a:ext cx="7680960" cy="822960"/>
          </a:xfrm>
          <a:prstGeom prst="rect">
            <a:avLst/>
          </a:prstGeom>
          <a:solidFill>
            <a:srgbClr val="FFFFFF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4343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107"/>
                </a:solidFill>
              </a:rPr>
              <a:t>晋级规则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914400" y="46177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</a:rPr>
              <a:t>每组前2名 + 8个成绩最好的小组第3名晋级32强淘汰赛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🏟️ 比赛场馆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731520" y="1188720"/>
            <a:ext cx="7680960" cy="457200"/>
          </a:xfrm>
          <a:prstGeom prst="rect">
            <a:avLst/>
          </a:prstGeom>
          <a:solidFill>
            <a:srgbClr val="1E3A8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234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🇺🇸 美国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173736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洛杉矶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88920" y="173736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8036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纽约/新泽西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63440" y="173736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达拉斯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37960" y="173736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9400" y="17830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旧金山湾区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21488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波士顿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88920" y="21488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036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亚特兰大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21488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迈阿密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214884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29400" y="219456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费城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256032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584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西雅图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88920" y="256032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88036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休斯顿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56032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2606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堪萨斯城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31520" y="3246120"/>
            <a:ext cx="7680960" cy="4572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9" name="Text 27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🇨🇦 加拿大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914400" y="379476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584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多伦多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88920" y="379476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880360" y="3840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温哥华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31520" y="4480560"/>
            <a:ext cx="7680960" cy="45720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35" name="Text 33"/>
          <p:cNvSpPr/>
          <p:nvPr/>
        </p:nvSpPr>
        <p:spPr>
          <a:xfrm>
            <a:off x="914400" y="4526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🇲🇽 墨西哥</a:t>
            </a:r>
            <a:endParaRPr lang="en-US" sz="2000" dirty="0"/>
          </a:p>
        </p:txBody>
      </p:sp>
      <p:sp>
        <p:nvSpPr>
          <p:cNvPr id="36" name="Shape 34"/>
          <p:cNvSpPr/>
          <p:nvPr/>
        </p:nvSpPr>
        <p:spPr>
          <a:xfrm>
            <a:off x="914400" y="502920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05840" y="5074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墨西哥城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2788920" y="502920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880360" y="5074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瓜达拉哈拉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663440" y="5029200"/>
            <a:ext cx="173736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0" y="507492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蒙特雷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12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✨ 赛事亮点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463040"/>
            <a:ext cx="640080" cy="640080"/>
          </a:xfrm>
          <a:prstGeom prst="ellipse">
            <a:avLst/>
          </a:prstGeom>
          <a:solidFill>
            <a:srgbClr val="FFC107">
              <a:alpha val="2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🌟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73736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</a:rPr>
              <a:t>群星闪耀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梅西、内马尔、姆巴佩等超级巨星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可能的最后一届世界杯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新生代球星崛起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120640" y="1463040"/>
            <a:ext cx="640080" cy="640080"/>
          </a:xfrm>
          <a:prstGeom prst="ellipse">
            <a:avLst/>
          </a:prstGeom>
          <a:solidFill>
            <a:srgbClr val="FFC107">
              <a:alpha val="2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150876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🔥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5943600" y="1554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</a:rPr>
              <a:t>激烈竞争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120640" y="20574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48支球队同台竞技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更多黑马机会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传统强队对抗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3108960"/>
            <a:ext cx="640080" cy="640080"/>
          </a:xfrm>
          <a:prstGeom prst="ellipse">
            <a:avLst/>
          </a:prstGeom>
          <a:solidFill>
            <a:srgbClr val="FFC107">
              <a:alpha val="2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154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🎊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173736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</a:rPr>
              <a:t>文化盛宴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914400" y="3703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北美三国文化交融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多元化观赛体验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足球嘉年华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120640" y="3108960"/>
            <a:ext cx="640080" cy="640080"/>
          </a:xfrm>
          <a:prstGeom prst="ellipse">
            <a:avLst/>
          </a:prstGeom>
          <a:solidFill>
            <a:srgbClr val="FFC107">
              <a:alpha val="2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120640" y="315468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📺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943600" y="3200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5E20"/>
                </a:solidFill>
              </a:rPr>
              <a:t>全球瞩目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120640" y="37033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预计50亿观众观看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史上最大规模世界杯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</a:rPr>
              <a:t>全新观赛科技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dirty="0">
                <a:solidFill>
                  <a:srgbClr val="000000"/>
                </a:solidFill>
              </a:rPr>
              <a:t>🏆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让我们共同期待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C107"/>
                </a:solidFill>
              </a:rPr>
              <a:t>2026年FIFA世界杯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⚽  ⚽  ⚽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4CAF50"/>
                </a:solidFill>
              </a:rPr>
              <a:t>足球，连接世界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2026年FIFA世界杯介绍</dc:title>
  <dc:subject>PptxGenJS Presentation</dc:subject>
  <dc:creator>World Cup 2026</dc:creator>
  <cp:lastModifiedBy>World Cup 2026</cp:lastModifiedBy>
  <cp:revision>1</cp:revision>
  <dcterms:created xsi:type="dcterms:W3CDTF">2026-06-26T09:40:49Z</dcterms:created>
  <dcterms:modified xsi:type="dcterms:W3CDTF">2026-06-26T09:40:49Z</dcterms:modified>
</cp:coreProperties>
</file>