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2026年世界杯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赛程安排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🇺🇸 美国 · 🇨🇦 加拿大 · 🇲🇽 墨西哥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CAF50"/>
                </a:solidFill>
              </a:rPr>
              <a:t>2026年6月12日 - 7月20日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赛事概览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🏆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48支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参赛队伍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⚽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83464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104场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比赛场次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🏟️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16个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主办城市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37160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📅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</a:rPr>
              <a:t>39天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比赛天数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</a:rPr>
              <a:t>赛程阶段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小组赛：6月12日-28日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32强赛：6月29日-7月4日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16强赛：7月5日-8日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1/4决赛：7月10日-12日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半决赛：7月15日-16日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▪ 决赛：7月20日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A组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2026-06-12 03:00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🇲🇽 墨西哥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2-0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🇿🇦 南非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墨西哥城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2026-06-12 10:00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🇰🇷 韩国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2-1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🇨🇿 捷克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瓜达拉哈拉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2026-06-19 00:00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🇨🇿 捷克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🇿🇦 南非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亚特兰大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2026-06-19 09:00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🇲🇽 墨西哥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🇰🇷 韩国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瓜达拉哈拉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09:00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🇨🇿 捷克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🇲🇽 墨西哥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墨西哥城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09:00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🇿🇦 南非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🇰🇷 韩国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蒙特雷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B组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2026-06-13 03:00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🇨🇦 加拿大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1-1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🇧🇦 波黑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多伦多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2026-06-14 03:00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🇶🇦 卡塔尔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1-1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🇨🇭 瑞士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旧金山湾区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2026-06-19 03:00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🇨🇭 瑞士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🇧🇦 波黑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洛杉矶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2026-06-19 06:00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🇨🇦 加拿大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🇶🇦 卡塔尔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温哥华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03:00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🇨🇭 瑞士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🇨🇦 加拿大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温哥华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03:00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🇧🇦 波黑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🇶🇦 卡塔尔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西雅图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C组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2026-06-14 06:00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🇧🇷 巴西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1-1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🇲🇦 摩洛哥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纽约/新泽西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2026-06-14 09:00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🇭🇹 海地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0-1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🏴󠁧󠁢󠁳󠁣󠁴󠁿 苏格兰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波士顿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2026-06-20 06:00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🏴󠁧󠁢󠁳󠁣󠁴󠁿 苏格兰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🇲🇦 摩洛哥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波士顿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2026-06-20 08:30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🇧🇷 巴西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🇭🇹 海地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费城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06:00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🏴󠁧󠁢󠁳󠁣󠁴󠁿 苏格兰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🇧🇷 巴西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迈阿密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2026-06-25 06:00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🇲🇦 摩洛哥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🇭🇹 海地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亚特兰大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D组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2026-06-13 09:00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🇺🇸 美国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4-1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🇵🇾 巴拉圭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洛杉矶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2026-06-14 12:00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🇦🇺 澳大利亚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2-0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🇹🇷 土耳其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温哥华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2026-06-20 03:00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🇺🇸 美国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🇦🇺 澳大利亚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西雅图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2026-06-20 11:00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🇹🇷 土耳其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🇵🇾 巴拉圭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旧金山湾区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10:00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🇹🇷 土耳其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🇺🇸 美国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洛杉矶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10:00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🇵🇾 巴拉圭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🇦🇺 澳大利亚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旧金山湾区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E组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2026-06-15 01:00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🇩🇪 德国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7-1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🇨🇼 库拉索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休斯顿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2026-06-15 07:00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🇨🇮 科特迪瓦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1-0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🇪🇨 厄瓜多尔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费城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2026-06-21 04:00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🇩🇪 德国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🇨🇮 科特迪瓦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多伦多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2026-06-21 08:00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🇪🇨 厄瓜多尔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🇨🇼 库拉索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堪萨斯城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04:00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🇨🇼 库拉索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🇨🇮 科特迪瓦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费城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04:00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🇪🇨 厄瓜多尔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🇩🇪 德国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纽约/新泽西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F组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2026-06-15 04:00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🇳🇱 荷兰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107"/>
                </a:solidFill>
              </a:rPr>
              <a:t>2-2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🇯🇵 日本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达拉斯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2026-06-15 10:00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🇸🇪 瑞典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🇹🇳 突尼斯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蒙特雷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2026-06-21 01:00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🇳🇱 荷兰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🇸🇪 瑞典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休斯顿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2026-06-21 12:00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🇹🇳 突尼斯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🇯🇵 日本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蒙特雷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07:00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🇯🇵 日本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🇸🇪 瑞典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达拉斯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2026-06-26 07:00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🇹🇳 突尼斯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🇳🇱 荷兰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堪萨斯城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G组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2026-06-16 03:00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🇧🇪 比利时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🇪🇬 埃及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西雅图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2026-06-16 09:00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🇮🇷 伊朗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🇳🇿 新西兰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洛杉矶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2026-06-22 03:00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🇧🇪 比利时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🇮🇷 伊朗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洛杉矶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2026-06-22 09:00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🇳🇿 新西兰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🇪🇬 埃及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温哥华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11:00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🇪🇬 埃及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🇮🇷 伊朗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西雅图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11:00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🇳🇿 新西兰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🇧🇪 比利时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温哥华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H组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2026-06-16 00:00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🇪🇸 西班牙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🇨🇻 佛得角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亚特兰大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2026-06-16 06:00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🇸🇦 沙特阿拉伯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🇺🇾 乌拉圭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迈阿密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2026-06-22 00:00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🇪🇸 西班牙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🇸🇦 沙特阿拉伯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亚特兰大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2026-06-22 06:00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🇺🇾 乌拉圭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🇨🇻 佛得角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迈阿密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08:00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🇨🇻 佛得角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🇸🇦 沙特阿拉伯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休斯顿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08:00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🇺🇾 乌拉圭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🇪🇸 西班牙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瓜达拉哈拉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I组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2026-06-17 03:00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🇫🇷 法国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🇸🇳 塞内加尔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纽约/新泽西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2026-06-17 06:00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🇮🇶 伊拉克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🇳🇴 挪威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波士顿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2026-06-23 05:00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🇫🇷 法国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🇮🇶 伊拉克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费城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2026-06-23 08:00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🇳🇴 挪威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🇸🇳 塞内加尔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纽约/新泽西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03:00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🇳🇴 挪威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🇫🇷 法国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波士顿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2026-06-27 03:00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🇸🇳 塞内加尔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🇮🇶 伊拉克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多伦多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J组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2026-06-17 09:00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🇦🇷 阿根廷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🇩🇿 阿尔及利亚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堪萨斯城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2026-06-17 12:00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🇦🇹 奥地利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🇯🇴 约旦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旧金山湾区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2026-06-23 01:00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🇦🇷 阿根廷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🇦🇹 奥地利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达拉斯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2026-06-23 11:00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🇯🇴 约旦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🇩🇿 阿尔及利亚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旧金山湾区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10:00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🇩🇿 阿尔及利亚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🇦🇹 奥地利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堪萨斯城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10:00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🇯🇴 约旦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🇦🇷 阿根廷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达拉斯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K组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2026-06-18 01:00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🇵🇹 葡萄牙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🇨🇩 刚果民主共和国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休斯顿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2026-06-18 10:00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🇺🇿 乌兹别克斯坦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🇨🇴 哥伦比亚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墨西哥城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2026-06-24 01:00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🇵🇹 葡萄牙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🇺🇿 乌兹别克斯坦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休斯顿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2026-06-24 10:00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🇨🇴 哥伦比亚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🇨🇩 刚果民主共和国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瓜达拉哈拉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07:30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🇨🇴 哥伦比亚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🇵🇹 葡萄牙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迈阿密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07:30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🇨🇩 刚果民主共和国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🇺🇿 乌兹别克斯坦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亚特兰大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小组赛 - L组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2026-06-18 04:00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🏴󠁧󠁢󠁥󠁮󠁧󠁿 英格兰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🇭🇷 克罗地亚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达拉斯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2026-06-18 07:00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🇬🇭 加纳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🇵🇦 巴拿马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多伦多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2026-06-24 04:00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🏴󠁧󠁢󠁥󠁮󠁧󠁿 英格兰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🇬🇭 加纳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波士顿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2026-06-24 07:00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🇵🇦 巴拿马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🇭🇷 克罗地亚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多伦多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05:00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🇵🇦 巴拿马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566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🏴󠁧󠁢󠁥󠁮󠁧󠁿 英格兰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纽约/新泽西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2026-06-28 05:00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🇭🇷 克罗地亚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160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🇬🇭 加纳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📍 费城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32强淘汰赛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2026-06-29 03:00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2A VS 2B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洛杉矶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2026-06-30 04:30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1E VS 3A/B/C/D/F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波士顿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2026-06-30 09:00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67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1F VS 2C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蒙特雷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2026-06-30 01:00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770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1C VS 2F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770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休斯顿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0040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2026-07-01 05:00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1I VS 3C/D/F/G/H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纽约/新泽西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033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76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2026-07-01 01:00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2E VS 2I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达拉斯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79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2026-07-01 09:00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1A VS 3C/E/F/H/I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墨西哥城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7091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782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2026-07-02 00:00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4782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1L VS 3E/H/I/J/K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4782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亚特兰大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12121"/>
                </a:solidFill>
              </a:rPr>
              <a:t>...更多比赛请查看完整赛程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16强淘汰赛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2026-07-05 05:00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W74 VS W77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费城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2026-07-05 01:00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W73 VS W75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休斯顿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2026-07-06 04:00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67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W76 VS W78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纽约/新泽西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2026-07-06 08:00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770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W79 VS W80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770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墨西哥城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0040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2026-07-07 03:00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W83 VS W84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达拉斯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033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76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2026-07-07 08:00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W81 VS W82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西雅图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79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2026-07-08 00:00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W86 VS W88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亚特兰大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7091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782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2026-07-08 04:00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4782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W85 VS W87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4782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温哥华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1/4决赛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2026-07-10 04:00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W89 VS W90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波士顿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2026-07-11 03:00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W93 VS W94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洛杉矶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2026-07-12 05:00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67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W91 VS W92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迈阿密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2026-07-12 09:00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770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W95 VS W96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770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堪萨斯城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💫 半决赛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2026-07-15 03:00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W97 VS W98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达拉斯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2026-07-16 03:00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W99 VS W100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亚特兰大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🥉 三四名决赛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2026-07-19 05:00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L101 VS L102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迈阿密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决赛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2026-07-20 03:00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W101 VS W102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纽约/新泽西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32强淘汰赛（续）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2026-07-02 08:00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1D VS 3B/E/F/I/J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2618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旧金山湾区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2026-07-02 04:00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1G VS 3A/E/H/I/J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西雅图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945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2026-07-03 07:00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2677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2K VS 2L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267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多伦多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9748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2026-07-03 03:00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770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1H VS 2J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2770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洛杉矶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0040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273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2026-07-03 11:00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1B VS 3E/F/G/I/J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273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温哥华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0332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76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2026-07-04 06:00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1J VS 2H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776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迈阿密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79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2026-07-04 09:30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1K VS 3D/E/I/J/L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堪萨斯城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709160"/>
            <a:ext cx="73152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782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2026-07-04 02:00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4782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2D VS 2G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4782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📍 达拉斯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🏆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期待精彩赛事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C107"/>
                </a:solidFill>
              </a:rPr>
              <a:t>2026年世界杯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CAF50"/>
                </a:solidFill>
              </a:rPr>
              <a:t>让我们一起见证足球的荣耀时刻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2026年世界杯赛程</dc:title>
  <dc:subject>PptxGenJS Presentation</dc:subject>
  <dc:creator>World Cup 2026</dc:creator>
  <cp:lastModifiedBy>World Cup 2026</cp:lastModifiedBy>
  <cp:revision>1</cp:revision>
  <dcterms:created xsi:type="dcterms:W3CDTF">2026-06-26T09:30:28Z</dcterms:created>
  <dcterms:modified xsi:type="dcterms:W3CDTF">2026-06-26T09:30:28Z</dcterms:modified>
</cp:coreProperties>
</file>